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5B41-91E6-8AA3-3F2B-BD712156C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1974C-B5F9-FA08-9260-148BA121E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DC8A8-2445-A07E-7A8F-917C43A40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39FCF-3833-7DED-8451-908A8155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569B8-9EE3-BB45-2425-4B8A17D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346135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735B4-3AF2-54B1-27E2-D3871FF8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A874E-B28D-C540-19F1-5C8F97CF6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E5B1D-1705-5810-2F80-A8E0E903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ABEAC-145D-C0F0-61AF-D3671E142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B5A54-7449-26B2-D50C-8293A6AB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81632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4DB6-C476-005A-8AFB-ADA76A26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8AD0A-5429-3F9C-D51F-1F9BB461A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C3D1B-D8D8-3687-C022-200879117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6C2BA-3EE8-B99A-139F-0A108D00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E4356-2921-20B7-C635-ECDBB806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127591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C31C-E8A3-DEE6-2F17-0D9ADA01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F9523-DF84-5047-1DB3-6A2400A27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879C7-6B45-0B2E-6C84-0A1D0D18F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0AE9F-B8DC-679E-67AE-A25510F9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ECD58-1C00-D55F-4410-274F843B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8F1D5-6107-3CD4-CBCC-ADCC2757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368332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094F-8300-8759-59A1-7C49341C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E062E-663D-389E-05C2-2938F8A93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DEECB-B424-DB3B-FBF9-4D67C9FC2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2B25D-0FBD-DE41-9A9C-44499B84B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695003-44DF-A655-9A3D-0F92EA55F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71304-54F3-F55E-32F8-9CEE89EB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3E6D1-07BC-58A7-A447-FAD644F8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B3F07-2394-F2A5-5B27-809E045C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303525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6456-F634-21F1-6731-48AB916B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6028A-2251-D808-DB46-7E3C50F9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D4DE0-6025-C029-6309-D0087E7C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D4F30-194C-F160-2C04-C36955AD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268198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BA522-6E2A-0EF0-64C2-A448EC0D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5519A-C1CD-E8C9-9E14-02ED0829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5A5D9-AEB0-557E-D5E8-365B41EF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88188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420B-CFC1-AC93-A65E-76486C04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1A60-06F9-35C8-8467-8BAC09BB5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0DE3D-5D8B-7B42-F0AB-7ED12AD17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0DA5E-755A-A8E2-7B7D-184FBEBA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F6667-4F14-91A1-59CD-2662F4AA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A3CE8-0E88-59B0-3EC2-2B28E936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410807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E70A-006B-2F90-B99A-A82CEB2D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9DB91-59F5-693E-1586-5F733243B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DE286-B263-D52B-CF49-042AFEEEC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E305F-DF52-88E9-4074-DD9031BD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A6070-4082-FCA7-5EAF-BEB0A443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B0352-DFC4-89DF-0155-156392F9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325167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B4E5-CA15-6E89-30E3-5466EF40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FDD6A-A16C-E3B3-E915-5D5E8D6AB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928CF-ABB4-AE04-3DCC-8A6D95A1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F7521-3E86-B8B4-1DBB-F2AF2D34C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327C-AA33-22F6-412E-A7A7760E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87534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9AADF-F052-CBF2-6E43-BB205D754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359BB-7AB4-A298-1484-B52D5D253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32341-C93F-BD36-4AB8-83302C4C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7CE2E-F264-B415-5E47-B9040E61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5307F-9DEC-9677-1A27-3AA8FE45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346958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3941F5-9353-B009-8538-50D40106B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4E2B8-F71F-1F0B-CE5E-019590107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AD6A5-72F2-127A-A7C4-78A2BD59ED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8AD73-62C9-0648-83D9-BC2F3555F608}" type="datetimeFigureOut">
              <a:rPr lang="en-UY" smtClean="0"/>
              <a:t>16/7/26</a:t>
            </a:fld>
            <a:endParaRPr lang="en-U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6B3EE-6348-9E7D-C6E5-79F16E7B3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34C9-FFF2-CDA0-493B-A007957B5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76BED-41D9-E845-96B5-DCF2B30E6997}" type="slidenum">
              <a:rPr lang="en-UY" smtClean="0"/>
              <a:t>‹#›</a:t>
            </a:fld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137088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065C-98E4-49AB-46B2-0F18B65D45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Y" dirty="0"/>
              <a:t>MDViewer acceptance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137A2-DE03-5CB3-CF87-3BD307087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Y" dirty="0"/>
              <a:t>First slide body</a:t>
            </a:r>
          </a:p>
        </p:txBody>
      </p:sp>
    </p:spTree>
    <p:extLst>
      <p:ext uri="{BB962C8B-B14F-4D97-AF65-F5344CB8AC3E}">
        <p14:creationId xmlns:p14="http://schemas.microsoft.com/office/powerpoint/2010/main" val="250035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73F1-FDCD-78D3-E3D0-11A35988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Y" dirty="0"/>
            </a:br>
            <a:br>
              <a:rPr lang="en-UY" dirty="0"/>
            </a:br>
            <a:endParaRPr lang="en-U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E7D9B-C673-FF07-796C-2F0C0324E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Y" dirty="0"/>
          </a:p>
        </p:txBody>
      </p:sp>
    </p:spTree>
    <p:extLst>
      <p:ext uri="{BB962C8B-B14F-4D97-AF65-F5344CB8AC3E}">
        <p14:creationId xmlns:p14="http://schemas.microsoft.com/office/powerpoint/2010/main" val="4158549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MDViewer acceptance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Facundo Garat</dc:creator>
  <cp:lastModifiedBy>Facundo Garat</cp:lastModifiedBy>
  <cp:revision>1</cp:revision>
  <dcterms:created xsi:type="dcterms:W3CDTF">2026-07-16T20:40:18Z</dcterms:created>
  <dcterms:modified xsi:type="dcterms:W3CDTF">2026-07-16T20:46:44Z</dcterms:modified>
</cp:coreProperties>
</file>