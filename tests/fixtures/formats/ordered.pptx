
<file path=[Content_Types].xml><?xml version="1.0" encoding="utf-8"?>
<Types xmlns="http://schemas.openxmlformats.org/package/2006/content-types">
  <Default Extension="png" ContentType="image/png"/>
  <Default Extension="jpg" ContentType="image/jpe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oo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r:id="slide"/>
  </p:sldIdLst>
</p:presentation>
</file>

<file path=ppt/_rels/presentation.xml.rels><Relationships xmlns="http://schemas.openxmlformats.org/package/2006/relationships"><Relationship Id="slide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Portable slide</a:t>
            </a:r>
          </a:p>
        </p:txBody>
      </p:sp>
    </p:spTree>
  </p:cSld>
</p:sld>
</file>