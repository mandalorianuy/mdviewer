
<file path=ppt/presentation.xml><?xml version="1.0" encoding="utf-8"?>
<p:presentation xmlns:p="urn:p" xmlns:r="urn:r">
  <p:sldIdLst>
    <p:sldId id="256" r:id="slide"/>
  </p:sldIdLst>
</p:presentation>
</file>

<file path=ppt/_rels/presentation.xml.rels><Relationships><Relationship Id="slide" Type="slide" Target="slides/slide1.xml"/></Relationships>
</file>

<file path=ppt/slides/slide1.xml><?xml version="1.0" encoding="utf-8"?>
<p:sld xmlns:p="urn:p" xmlns:a="urn:a">
  <p:sp>
    <p:nvSpPr>
      <p:nvPr>
        <p:ph type="title"/>
      </p:nvPr>
    </p:nvSpPr>
    <p:txBody>
      <a:p>
        <a:r>
          <a:t>Portable deck</a:t>
        </a:r>
      </a:p>
    </p:txBody>
  </p:sp>
  <p:sp>
    <p:txBody>
      <a:p>
        <a:r>
          <a:t>Local slide body</a:t>
        </a:r>
      </a:p>
    </p:txBody>
  </p:sp>
</p:sld>
</file>